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60" r:id="rId5"/>
    <p:sldId id="276" r:id="rId6"/>
    <p:sldId id="265" r:id="rId7"/>
    <p:sldId id="261" r:id="rId8"/>
    <p:sldId id="277" r:id="rId9"/>
    <p:sldId id="262" r:id="rId10"/>
    <p:sldId id="267" r:id="rId11"/>
    <p:sldId id="279" r:id="rId12"/>
    <p:sldId id="280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06" autoAdjust="0"/>
    <p:restoredTop sz="94614" autoAdjust="0"/>
  </p:normalViewPr>
  <p:slideViewPr>
    <p:cSldViewPr showGuides="1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0757B40-6630-4B9D-AC3A-0B74E990C329}" type="slidenum">
              <a:rPr lang="en-IN" smtClean="0"/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0757B40-6630-4B9D-AC3A-0B74E990C329}" type="slidenum">
              <a:rPr lang="en-IN" smtClean="0"/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0757B40-6630-4B9D-AC3A-0B74E990C329}" type="slidenum">
              <a:rPr lang="en-IN" smtClean="0"/>
            </a:fld>
            <a:endParaRPr lang="en-I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B40-6630-4B9D-AC3A-0B74E990C329}" type="slidenum">
              <a:rPr lang="en-IN" smtClean="0"/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B40-6630-4B9D-AC3A-0B74E990C329}" type="slidenum">
              <a:rPr lang="en-IN" smtClean="0"/>
            </a:fld>
            <a:endParaRPr lang="en-IN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</p:spTree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0757B40-6630-4B9D-AC3A-0B74E990C329}" type="slidenum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B40-6630-4B9D-AC3A-0B74E990C329}" type="slidenum">
              <a:rPr lang="en-IN" smtClean="0"/>
            </a:fld>
            <a:endParaRPr lang="en-IN"/>
          </a:p>
        </p:txBody>
      </p:sp>
    </p:spTree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0757B40-6630-4B9D-AC3A-0B74E990C329}" type="slidenum">
              <a:rPr lang="en-IN" smtClean="0"/>
            </a:fld>
            <a:endParaRPr lang="en-IN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0757B40-6630-4B9D-AC3A-0B74E990C329}" type="slidenum">
              <a:rPr lang="en-IN" smtClean="0"/>
            </a:fld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IN"/>
          </a:p>
        </p:txBody>
      </p:sp>
    </p:spTree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B40-6630-4B9D-AC3A-0B74E990C329}" type="slidenum">
              <a:rPr lang="en-IN" smtClean="0"/>
            </a:fld>
            <a:endParaRPr lang="en-IN"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  <a:endParaRPr lang="en-US"/>
          </a:p>
          <a:p>
            <a:pPr lvl="1" eaLnBrk="1" latinLnBrk="0" hangingPunct="1"/>
            <a:r>
              <a:rPr lang="en-US"/>
              <a:t>Second level</a:t>
            </a:r>
            <a:endParaRPr lang="en-US"/>
          </a:p>
          <a:p>
            <a:pPr lvl="2" eaLnBrk="1" latinLnBrk="0" hangingPunct="1"/>
            <a:r>
              <a:rPr lang="en-US"/>
              <a:t>Third level</a:t>
            </a:r>
            <a:endParaRPr lang="en-US"/>
          </a:p>
          <a:p>
            <a:pPr lvl="3" eaLnBrk="1" latinLnBrk="0" hangingPunct="1"/>
            <a:r>
              <a:rPr lang="en-US"/>
              <a:t>Fourth level</a:t>
            </a:r>
            <a:endParaRPr lang="en-US"/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B40-6630-4B9D-AC3A-0B74E990C329}" type="slidenum">
              <a:rPr lang="en-IN" smtClean="0"/>
            </a:fld>
            <a:endParaRPr lang="en-IN"/>
          </a:p>
        </p:txBody>
      </p:sp>
    </p:spTree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  <a:endParaRPr kumimoji="0" lang="en-US"/>
          </a:p>
          <a:p>
            <a:pPr lvl="1" eaLnBrk="1" latinLnBrk="0" hangingPunct="1"/>
            <a:r>
              <a:rPr kumimoji="0" lang="en-US"/>
              <a:t>Second level</a:t>
            </a:r>
            <a:endParaRPr kumimoji="0" lang="en-US"/>
          </a:p>
          <a:p>
            <a:pPr lvl="2" eaLnBrk="1" latinLnBrk="0" hangingPunct="1"/>
            <a:r>
              <a:rPr kumimoji="0" lang="en-US"/>
              <a:t>Third level</a:t>
            </a:r>
            <a:endParaRPr kumimoji="0" lang="en-US"/>
          </a:p>
          <a:p>
            <a:pPr lvl="3" eaLnBrk="1" latinLnBrk="0" hangingPunct="1"/>
            <a:r>
              <a:rPr kumimoji="0" lang="en-US"/>
              <a:t>Fourth level</a:t>
            </a:r>
            <a:endParaRPr kumimoji="0" lang="en-US"/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2CB5423F-C2A2-416F-AF3B-DEC288FF4911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0757B40-6630-4B9D-AC3A-0B74E990C32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r"/>
  </p:transition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 panose="05000000000000000000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 panose="05000000000000000000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76400" y="483078"/>
            <a:ext cx="6172200" cy="681314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en-US" sz="3555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Core Features Overview</a:t>
            </a:r>
            <a:endParaRPr lang="en-US" altLang="en-US" sz="355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25" y="1295420"/>
            <a:ext cx="6172200" cy="4386082"/>
          </a:xfrm>
        </p:spPr>
        <p:txBody>
          <a:bodyPr>
            <a:normAutofit fontScale="70000"/>
          </a:bodyPr>
          <a:lstStyle/>
          <a:p>
            <a:pPr marL="342900" indent="-342900">
              <a:lnSpc>
                <a:spcPct val="150000"/>
              </a:lnSpc>
            </a:pPr>
            <a:endParaRPr lang="en-IN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 Job Board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Asset Management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 smtClean="0">
                <a:solidFill>
                  <a:schemeClr val="tx1"/>
                </a:solidFill>
              </a:rPr>
              <a:t>Payroll Management</a:t>
            </a:r>
            <a:endParaRPr lang="en-US" altLang="en-US" sz="20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 smtClean="0">
                <a:solidFill>
                  <a:schemeClr val="tx1"/>
                </a:solidFill>
              </a:rPr>
              <a:t> Employee Management</a:t>
            </a:r>
            <a:endParaRPr lang="en-US" altLang="en-US" sz="20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 smtClean="0">
                <a:solidFill>
                  <a:schemeClr val="tx1"/>
                </a:solidFill>
              </a:rPr>
              <a:t> Schedule Management</a:t>
            </a:r>
            <a:endParaRPr lang="en-US" altLang="en-US" sz="2000" dirty="0" smtClean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 Project Management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Pension Management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2000" dirty="0">
                <a:solidFill>
                  <a:schemeClr val="tx1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Letter &amp; Email Management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Education &amp; Employment History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Termination Process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5736" y="-675456"/>
            <a:ext cx="6172200" cy="1894362"/>
          </a:xfrm>
        </p:spPr>
        <p:txBody>
          <a:bodyPr>
            <a:normAutofit/>
          </a:bodyPr>
          <a:lstStyle/>
          <a:p>
            <a:pPr algn="ctr"/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Job Board</a:t>
            </a:r>
            <a:endParaRPr lang="en-US" altLang="en-U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3768" y="1628800"/>
            <a:ext cx="6336704" cy="4896544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Post job listings with detailed descriptions.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Candidate application portal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Resume and profile storage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Applicant tracking and shortlisting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96359" y="-70279"/>
            <a:ext cx="7193642" cy="1322136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</a:rPr>
              <a:t> </a:t>
            </a: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Asset Management</a:t>
            </a:r>
            <a:endParaRPr lang="en-US" altLang="en-U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1760" y="1916832"/>
            <a:ext cx="6172200" cy="4458090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Assign and track assets (e.g., laptops, phones)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Monitor maintenance schedules and depreciation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Asset recovery and status tracking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8688"/>
            <a:ext cx="7193642" cy="768779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</a:rPr>
              <a:t> </a:t>
            </a:r>
            <a:r>
              <a:rPr lang="en-US" altLang="en-US" sz="3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Payroll Management</a:t>
            </a:r>
            <a:endParaRPr lang="en-US" altLang="en-US" sz="3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1199954"/>
            <a:ext cx="6172200" cy="5353245"/>
          </a:xfrm>
        </p:spPr>
        <p:txBody>
          <a:bodyPr>
            <a:no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Automated salary processing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Integration with attendance and leave data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Automatic deductions (taxes, benefits)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Payslip generation and distribution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67744" y="-675456"/>
            <a:ext cx="6172200" cy="1894362"/>
          </a:xfrm>
        </p:spPr>
        <p:txBody>
          <a:bodyPr>
            <a:normAutofit/>
          </a:bodyPr>
          <a:lstStyle/>
          <a:p>
            <a:pPr algn="ctr"/>
            <a:r>
              <a:rPr lang="en-US" altLang="en-US" sz="3200" dirty="0">
                <a:solidFill>
                  <a:schemeClr val="tx1"/>
                </a:solidFill>
              </a:rPr>
              <a:t>Employee Management</a:t>
            </a:r>
            <a:endParaRPr lang="en-US" altLang="en-US" sz="32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5776" y="1412776"/>
            <a:ext cx="6172200" cy="5184576"/>
          </a:xfrm>
        </p:spPr>
        <p:txBody>
          <a:bodyPr>
            <a:no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solidFill>
                  <a:schemeClr val="tx1"/>
                </a:solidFill>
              </a:rPr>
              <a:t>Attendance tracking (GPS)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solidFill>
                  <a:schemeClr val="tx1"/>
                </a:solidFill>
              </a:rPr>
              <a:t>Leave &amp; holiday scheduling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solidFill>
                  <a:schemeClr val="tx1"/>
                </a:solidFill>
              </a:rPr>
              <a:t>Onboarding workflows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solidFill>
                  <a:schemeClr val="tx1"/>
                </a:solidFill>
              </a:rPr>
              <a:t>Notes and document repository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solidFill>
                  <a:schemeClr val="tx1"/>
                </a:solidFill>
              </a:rPr>
              <a:t>Sponsorship &amp; visa compliance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28600"/>
            <a:ext cx="6172200" cy="911225"/>
          </a:xfrm>
        </p:spPr>
        <p:txBody>
          <a:bodyPr/>
          <a:lstStyle/>
          <a:p>
            <a:pPr algn="ctr"/>
            <a:r>
              <a:rPr lang="en-US" alt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Employee Schedule Management</a:t>
            </a:r>
            <a:endParaRPr lang="en-US" altLang="en-US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4" name="AutoShape 4" descr="blob:https://web.whatsapp.com/47328941-09ff-4000-9b9c-87e164a98f6f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209800" y="1447800"/>
            <a:ext cx="6172200" cy="5205730"/>
          </a:xfrm>
        </p:spPr>
        <p:txBody>
          <a:bodyPr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solidFill>
                  <a:schemeClr val="tx1"/>
                </a:solidFill>
              </a:rPr>
              <a:t>Define work shifts and rotations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solidFill>
                  <a:schemeClr val="tx1"/>
                </a:solidFill>
              </a:rPr>
              <a:t>Track working hours and overtime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solidFill>
                  <a:schemeClr val="tx1"/>
                </a:solidFill>
              </a:rPr>
              <a:t>Integration with attendance and payroll</a:t>
            </a:r>
            <a:endParaRPr lang="en-US" altLang="en-US" sz="16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</a:pPr>
            <a:endParaRPr lang="en-US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304800"/>
            <a:ext cx="6172200" cy="762000"/>
          </a:xfrm>
        </p:spPr>
        <p:txBody>
          <a:bodyPr>
            <a:normAutofit fontScale="90000"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Employee Project Management</a:t>
            </a:r>
            <a:endParaRPr lang="en-US" altLang="en-US" b="1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5776" y="1412776"/>
            <a:ext cx="6172200" cy="5184576"/>
          </a:xfrm>
        </p:spPr>
        <p:txBody>
          <a:bodyPr>
            <a:noAutofit/>
          </a:bodyPr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solidFill>
                  <a:schemeClr val="tx1"/>
                </a:solidFill>
              </a:rPr>
              <a:t>Assign employees to projects and roles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solidFill>
                  <a:schemeClr val="tx1"/>
                </a:solidFill>
              </a:rPr>
              <a:t>Track progress and deadlines</a:t>
            </a:r>
            <a:endParaRPr lang="en-US" altLang="en-US" sz="16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600" dirty="0">
                <a:solidFill>
                  <a:schemeClr val="tx1"/>
                </a:solidFill>
              </a:rPr>
              <a:t>Time tracking for resource allocation</a:t>
            </a:r>
            <a:endParaRPr lang="en-US" alt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1760" y="188640"/>
            <a:ext cx="5812160" cy="936104"/>
          </a:xfrm>
        </p:spPr>
        <p:txBody>
          <a:bodyPr>
            <a:normAutofit/>
          </a:bodyPr>
          <a:lstStyle/>
          <a:p>
            <a:pPr algn="ctr"/>
            <a:r>
              <a:rPr lang="en-US" altLang="en-US" sz="2665" dirty="0">
                <a:solidFill>
                  <a:schemeClr val="tx1">
                    <a:lumMod val="95000"/>
                    <a:lumOff val="5000"/>
                  </a:schemeClr>
                </a:solidFill>
              </a:rPr>
              <a:t>Employee Pension Management</a:t>
            </a:r>
            <a:endParaRPr lang="en-US" altLang="en-US" sz="2665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1524000"/>
            <a:ext cx="6172200" cy="481813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Track contributions (employee/employer)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Monitor participation and legal compliance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Retirement benefit calculations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975" y="381000"/>
            <a:ext cx="6172200" cy="726440"/>
          </a:xfrm>
        </p:spPr>
        <p:txBody>
          <a:bodyPr>
            <a:normAutofit/>
          </a:bodyPr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Letter &amp; Email Management</a:t>
            </a:r>
            <a:r>
              <a:rPr lang="en-IN" sz="2400" dirty="0">
                <a:solidFill>
                  <a:schemeClr val="tx1"/>
                </a:solidFill>
              </a:rPr>
              <a:t>clusion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1752600"/>
            <a:ext cx="6172200" cy="445809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Create official letters (offer, promotion, warning, etc.)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Send bulk, personalized emails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Use templates with dynamic variables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975" y="381000"/>
            <a:ext cx="6172200" cy="726440"/>
          </a:xfrm>
        </p:spPr>
        <p:txBody>
          <a:bodyPr>
            <a:normAutofit/>
          </a:bodyPr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Education &amp; Employment History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1752600"/>
            <a:ext cx="6172200" cy="445809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Record academic qualifications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Upload degrees and certifications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Track previous roles and tenures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975" y="381000"/>
            <a:ext cx="6172200" cy="726440"/>
          </a:xfrm>
        </p:spPr>
        <p:txBody>
          <a:bodyPr>
            <a:normAutofit/>
          </a:bodyPr>
          <a:lstStyle/>
          <a:p>
            <a:pPr algn="ctr"/>
            <a:r>
              <a:rPr lang="en-US" altLang="en-US" sz="2400" dirty="0">
                <a:solidFill>
                  <a:schemeClr val="tx1"/>
                </a:solidFill>
              </a:rPr>
              <a:t>Employee Termination</a:t>
            </a:r>
            <a:endParaRPr lang="en-US" altLang="en-US" sz="2400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1752600"/>
            <a:ext cx="6172200" cy="445809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Automate exit workflows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Calculate final dues and clearance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2000" dirty="0">
                <a:solidFill>
                  <a:schemeClr val="tx1"/>
                </a:solidFill>
              </a:rPr>
              <a:t>Revoke access and deactivate profiles</a:t>
            </a:r>
            <a:endParaRPr lang="en-US" alt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Paint Splatter Thank You Stock Photo - Download Image Now - iSto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7371" y="764704"/>
            <a:ext cx="6732630" cy="3628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wipe dir="r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0</TotalTime>
  <Words>1612</Words>
  <Application>WPS Presentation</Application>
  <PresentationFormat>On-screen Show (4:3)</PresentationFormat>
  <Paragraphs>79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Wingdings</vt:lpstr>
      <vt:lpstr>Wingdings 2</vt:lpstr>
      <vt:lpstr>Wingdings</vt:lpstr>
      <vt:lpstr>Calibri</vt:lpstr>
      <vt:lpstr>Century Schoolbook</vt:lpstr>
      <vt:lpstr>Segoe Print</vt:lpstr>
      <vt:lpstr>Microsoft YaHei</vt:lpstr>
      <vt:lpstr>Arial Unicode MS</vt:lpstr>
      <vt:lpstr>Oriel</vt:lpstr>
      <vt:lpstr>OUTLINE</vt:lpstr>
      <vt:lpstr>introduction</vt:lpstr>
      <vt:lpstr> Objectives</vt:lpstr>
      <vt:lpstr> Features</vt:lpstr>
      <vt:lpstr>Experimental Design</vt:lpstr>
      <vt:lpstr> Flow-Chart </vt:lpstr>
      <vt:lpstr>ER-Diagram</vt:lpstr>
      <vt:lpstr>Purpose</vt:lpstr>
      <vt:lpstr>Conclusion</vt:lpstr>
      <vt:lpstr>Letter &amp; Email Managementclusion</vt:lpstr>
      <vt:lpstr>Education &amp; Employment History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user-a</dc:creator>
  <cp:lastModifiedBy>rony-mia</cp:lastModifiedBy>
  <cp:revision>38</cp:revision>
  <dcterms:created xsi:type="dcterms:W3CDTF">2021-07-30T04:44:00Z</dcterms:created>
  <dcterms:modified xsi:type="dcterms:W3CDTF">2025-06-12T11:41:23Z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957A3BA1A3E64101B0251806EED43BAC_12</vt:lpwstr>
  </property>
  <property fmtid="{D5CDD505-2E9C-101B-9397-08002B2CF9AE}" pid="3" name="KSOProductBuildVer">
    <vt:lpwstr>1033-12.2.0.21179</vt:lpwstr>
  </property>
</Properties>
</file>